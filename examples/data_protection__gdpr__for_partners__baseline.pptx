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protection (GDPR) for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Overview of Data protection (GDPR) for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