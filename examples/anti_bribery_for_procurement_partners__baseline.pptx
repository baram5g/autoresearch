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Anti-bribery for procurement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Overview of Anti-bribery for procurement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